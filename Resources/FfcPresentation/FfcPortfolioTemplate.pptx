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FFC Portfolio PowerPoint Template</dc:title>
  <dc:subject>PRISM ERP FFC portfolio export template</dc:subject>
  <dc:creator>Simulator Development Division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